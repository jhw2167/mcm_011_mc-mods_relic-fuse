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DA4F-99BE-A53C-1B00-58566F03E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3CB67-EA25-E54E-5155-7B0264EA8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96D3-2CD9-8ADF-ABA6-C7440A70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3C361-F747-734B-5B48-46C9D5FC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1438F-EF2D-0404-5A3C-5D7EBFD7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953D-9379-5377-0747-169F5E8B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49E8-26F9-32D7-A950-DD7C60C8A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DC4E4-639B-D654-833A-B443FCCC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FC1B7-8246-43B9-7D97-69CF2799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FEDDB-AC93-A4B1-3243-7A4105A8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4428D-E13A-C76B-C5A1-D4590B5F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B725-C791-4C6F-B5CE-01BFCDC15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5AEBD-16C0-5DEF-533F-E106E1B0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8865A-6525-3657-23E2-EB9FC850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872A-A7BD-1268-2977-03E52EE0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7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A2AF-B3EF-8CC1-8EAE-CCCA7347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3F805-FAE1-17AF-D9F5-3119DB374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43AFB-3CA1-7ADF-2E29-115260F64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1F08C-3BDE-59FD-D3AE-FE092780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92DDC-A62E-6B29-2297-38F220BD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79C1E-AC52-E378-972D-BBDCBDAB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6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BFDF8-E350-A2DC-7E5A-2E5F60C1D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E0261-64D0-1E5A-B93D-D669C4A28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BF662-5781-9594-D79D-C8DC3C307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45BF1-A74A-6222-C31C-9720251F2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23677-0600-0A46-DA2F-0DA26AB24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E1E16-4CA9-6742-3009-8441CE73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6DBAB1-B847-7BC0-27DA-5021FDCD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D438E-8C8D-0CA6-1C68-8769C0B1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9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DE3E-B487-B1B0-8CA1-B0842B5E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23D517-A3FD-8A9F-7A9B-8500C911B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959C8-4E37-8FF0-4A0B-2B8B37B2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D2946-3490-0685-5062-F7224829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86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614DD-4955-E018-A49F-9D30072C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304B2-425E-22C5-A65B-C693858A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CDFE4-D163-6055-93AC-7913FCDC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9538-A9AF-B55C-4691-900C192A7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600EC-81C8-4550-B2C2-426864A2D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08B9D-080C-6DAF-F868-2AE604E73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7E2DA-BD4A-B95B-FBC1-993CC062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537E1-4493-7D0F-6B4E-D05D7E9C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7E53A-AF4A-58C5-ABF0-80B611DD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70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0620-ABC5-090C-693A-DE47478D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8DAB3-6EFE-1FA8-8023-7212B916D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7A6C3-DAB3-F753-8418-89E3CF3D6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F3DB2-98DE-0B09-A924-F24AAC2B4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DA7B2-D47C-4370-B36A-07D8AF4F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06FEB-8BD9-2905-E768-A2CA179F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4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894A-2A34-B250-721D-F297E4DC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6C23D-C034-81B8-287A-637CFD98A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19C1E-329D-D2B0-D330-910C487D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40B31-AC5B-4ECA-0E45-3B397091D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62CC-A313-1C42-8195-77103D64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7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2FE25-249E-80F2-4761-437A1D36A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0C2E9-D832-6B59-4D1C-706AF9B81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ED144-8B0A-5611-6687-44E3C75E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160A0-A647-0AEC-13C0-F51F4D5AF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28BC7-054B-85E2-627C-71848B90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0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45A45-1D53-B7FD-1629-B1B8B077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DDF8-6F99-56C9-1CDE-0CA0B33C0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7C093-98FA-7697-9165-44E5CEDF9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CA67-A27D-4035-BF4E-DF5A4677C9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BB70F-93F6-F6C5-CEEC-D46D1ADB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DCFFA-A87B-5A23-D203-C6F0BC1FB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8B335-9CBC-4132-A494-28887CA7A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8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A6379A-FBD1-565F-7086-EA0450404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2109" y="1544118"/>
            <a:ext cx="1107882" cy="620105"/>
          </a:xfrm>
        </p:spPr>
        <p:txBody>
          <a:bodyPr>
            <a:normAutofit fontScale="92500" lnSpcReduction="10000"/>
          </a:bodyPr>
          <a:lstStyle/>
          <a:p>
            <a:r>
              <a:rPr lang="en-US" sz="4400" dirty="0"/>
              <a:t>+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BB469-4763-C35B-CCB3-98912999D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337" y="944410"/>
            <a:ext cx="1819523" cy="1819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87890-C0D3-373A-DFDE-D767644E6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135" y="860162"/>
            <a:ext cx="1724108" cy="1724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23206C-2A49-58E3-F9E5-C3135C156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91" y="944408"/>
            <a:ext cx="1819523" cy="1819523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9D6800A7-7296-3B22-9580-311B07702372}"/>
              </a:ext>
            </a:extLst>
          </p:cNvPr>
          <p:cNvSpPr txBox="1">
            <a:spLocks/>
          </p:cNvSpPr>
          <p:nvPr/>
        </p:nvSpPr>
        <p:spPr>
          <a:xfrm>
            <a:off x="7273455" y="1544118"/>
            <a:ext cx="1107882" cy="620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=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CCC6AD8-DE11-2CF5-528F-E30D1B571A3A}"/>
              </a:ext>
            </a:extLst>
          </p:cNvPr>
          <p:cNvSpPr txBox="1">
            <a:spLocks/>
          </p:cNvSpPr>
          <p:nvPr/>
        </p:nvSpPr>
        <p:spPr>
          <a:xfrm>
            <a:off x="1471652" y="3118947"/>
            <a:ext cx="9039971" cy="620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________________________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D6850C5-9636-465E-D5C5-CE708CD41703}"/>
              </a:ext>
            </a:extLst>
          </p:cNvPr>
          <p:cNvSpPr txBox="1">
            <a:spLocks/>
          </p:cNvSpPr>
          <p:nvPr/>
        </p:nvSpPr>
        <p:spPr>
          <a:xfrm>
            <a:off x="3896471" y="4663066"/>
            <a:ext cx="1107882" cy="620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/>
              <a:t>+</a:t>
            </a:r>
            <a:endParaRPr lang="en-US" sz="4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AC71C7-1E5D-99FB-F799-B47F1F01B5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353" y="4063356"/>
            <a:ext cx="1819523" cy="1819523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6C6B090D-B916-2343-642D-D2383FB5CD7D}"/>
              </a:ext>
            </a:extLst>
          </p:cNvPr>
          <p:cNvSpPr txBox="1">
            <a:spLocks/>
          </p:cNvSpPr>
          <p:nvPr/>
        </p:nvSpPr>
        <p:spPr>
          <a:xfrm>
            <a:off x="7377817" y="4663066"/>
            <a:ext cx="1107882" cy="620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=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40F931E-E8AD-B743-F0AA-A096C0D1F842}"/>
              </a:ext>
            </a:extLst>
          </p:cNvPr>
          <p:cNvSpPr txBox="1">
            <a:spLocks/>
          </p:cNvSpPr>
          <p:nvPr/>
        </p:nvSpPr>
        <p:spPr>
          <a:xfrm>
            <a:off x="1576014" y="6237895"/>
            <a:ext cx="9039971" cy="6201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________________________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8846B2-807C-360F-B58F-B3BAB033B9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135" y="4222545"/>
            <a:ext cx="1501143" cy="15011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60BA39-44FC-8251-E81B-90194D0EF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336" y="4078712"/>
            <a:ext cx="1819523" cy="18195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4A19156-03FF-0F3A-363F-C0E68529E2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80" r="31549"/>
          <a:stretch>
            <a:fillRect/>
          </a:stretch>
        </p:blipFill>
        <p:spPr>
          <a:xfrm>
            <a:off x="8381336" y="4988473"/>
            <a:ext cx="1050865" cy="96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3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Welsh</dc:creator>
  <cp:lastModifiedBy>Jack Welsh</cp:lastModifiedBy>
  <cp:revision>1</cp:revision>
  <dcterms:created xsi:type="dcterms:W3CDTF">2026-08-11T18:38:29Z</dcterms:created>
  <dcterms:modified xsi:type="dcterms:W3CDTF">2026-08-11T21:02:10Z</dcterms:modified>
</cp:coreProperties>
</file>