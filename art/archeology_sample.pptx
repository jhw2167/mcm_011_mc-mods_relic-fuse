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2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7DA4F-99BE-A53C-1B00-58566F03E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B3CB67-EA25-E54E-5155-7B0264EA8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796D3-2CD9-8ADF-ABA6-C7440A706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3C361-F747-734B-5B48-46C9D5FCD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1438F-EF2D-0404-5A3C-5D7EBFD71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18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E953D-9379-5377-0747-169F5E8B6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B49E8-26F9-32D7-A950-DD7C60C8A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DC4E4-639B-D654-833A-B443FCCCC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FC1B7-8246-43B9-7D97-69CF27997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FEDDB-AC93-A4B1-3243-7A4105A84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5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4428D-E13A-C76B-C5A1-D4590B5F2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46B725-C791-4C6F-B5CE-01BFCDC15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5AEBD-16C0-5DEF-533F-E106E1B09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8865A-6525-3657-23E2-EB9FC850A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872A-A7BD-1268-2977-03E52EE09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676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FA2AF-B3EF-8CC1-8EAE-CCCA7347F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3F805-FAE1-17AF-D9F5-3119DB3748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743AFB-3CA1-7ADF-2E29-115260F643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41F08C-3BDE-59FD-D3AE-FE092780F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092DDC-A62E-6B29-2297-38F220BD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679C1E-AC52-E378-972D-BBDCBDABD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066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BFDF8-E350-A2DC-7E5A-2E5F60C1D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DE0261-64D0-1E5A-B93D-D669C4A28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2BF662-5781-9594-D79D-C8DC3C3074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45BF1-A74A-6222-C31C-9720251F20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A23677-0600-0A46-DA2F-0DA26AB24A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8E1E16-4CA9-6742-3009-8441CE738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6DBAB1-B847-7BC0-27DA-5021FDCD9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1D438E-8C8D-0CA6-1C68-8769C0B1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494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DDE3E-B487-B1B0-8CA1-B0842B5E3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23D517-A3FD-8A9F-7A9B-8500C911B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959C8-4E37-8FF0-4A0B-2B8B37B21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D2946-3490-0685-5062-F7224829E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286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2614DD-4955-E018-A49F-9D30072CF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2304B2-425E-22C5-A65B-C693858A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CDFE4-D163-6055-93AC-7913FCDCB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28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F9538-A9AF-B55C-4691-900C192A7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600EC-81C8-4550-B2C2-426864A2D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08B9D-080C-6DAF-F868-2AE604E73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D7E2DA-BD4A-B95B-FBC1-993CC0623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537E1-4493-7D0F-6B4E-D05D7E9C6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7E53A-AF4A-58C5-ABF0-80B611DD5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70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0620-ABC5-090C-693A-DE47478D3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8DAB3-6EFE-1FA8-8023-7212B916D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7A6C3-DAB3-F753-8418-89E3CF3D6C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EF3DB2-98DE-0B09-A924-F24AAC2B4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7DA7B2-D47C-4370-B36A-07D8AF4FC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606FEB-8BD9-2905-E768-A2CA179F9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43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3894A-2A34-B250-721D-F297E4DCE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86C23D-C034-81B8-287A-637CFD98A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19C1E-329D-D2B0-D330-910C487D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40B31-AC5B-4ECA-0E45-3B397091D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0462CC-A313-1C42-8195-77103D64D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037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42FE25-249E-80F2-4761-437A1D36A4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0C2E9-D832-6B59-4D1C-706AF9B81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ED144-8B0A-5611-6687-44E3C75E5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F160A0-A647-0AEC-13C0-F51F4D5AF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028BC7-054B-85E2-627C-71848B901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106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E45A45-1D53-B7FD-1629-B1B8B0772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2DDF8-6F99-56C9-1CDE-0CA0B33C0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7C093-98FA-7697-9165-44E5CEDF97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76CA67-A27D-4035-BF4E-DF5A4677C9A9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BB70F-93F6-F6C5-CEEC-D46D1ADB4B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DCFFA-A87B-5A23-D203-C6F0BC1FB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8B335-9CBC-4132-A494-28887CA7AD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883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A6379A-FBD1-565F-7086-EA0450404D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92109" y="1544118"/>
            <a:ext cx="1107882" cy="620105"/>
          </a:xfrm>
        </p:spPr>
        <p:txBody>
          <a:bodyPr>
            <a:normAutofit fontScale="92500" lnSpcReduction="10000"/>
          </a:bodyPr>
          <a:lstStyle/>
          <a:p>
            <a:r>
              <a:rPr lang="en-US" sz="4400" dirty="0"/>
              <a:t>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5BB469-4763-C35B-CCB3-98912999D8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337" y="944410"/>
            <a:ext cx="1819523" cy="18195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287890-C0D3-373A-DFDE-D767644E6C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6135" y="860162"/>
            <a:ext cx="1724108" cy="17241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023206C-2A49-58E3-F9E5-C3135C156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991" y="944408"/>
            <a:ext cx="1819523" cy="1819523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9D6800A7-7296-3B22-9580-311B07702372}"/>
              </a:ext>
            </a:extLst>
          </p:cNvPr>
          <p:cNvSpPr txBox="1">
            <a:spLocks/>
          </p:cNvSpPr>
          <p:nvPr/>
        </p:nvSpPr>
        <p:spPr>
          <a:xfrm>
            <a:off x="7273455" y="1544118"/>
            <a:ext cx="1107882" cy="62010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dirty="0"/>
              <a:t>=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ACCC6AD8-DE11-2CF5-528F-E30D1B571A3A}"/>
              </a:ext>
            </a:extLst>
          </p:cNvPr>
          <p:cNvSpPr txBox="1">
            <a:spLocks/>
          </p:cNvSpPr>
          <p:nvPr/>
        </p:nvSpPr>
        <p:spPr>
          <a:xfrm>
            <a:off x="1471652" y="3118947"/>
            <a:ext cx="9039971" cy="62010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dirty="0"/>
              <a:t>________________________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ED6850C5-9636-465E-D5C5-CE708CD41703}"/>
              </a:ext>
            </a:extLst>
          </p:cNvPr>
          <p:cNvSpPr txBox="1">
            <a:spLocks/>
          </p:cNvSpPr>
          <p:nvPr/>
        </p:nvSpPr>
        <p:spPr>
          <a:xfrm>
            <a:off x="3896471" y="4663066"/>
            <a:ext cx="1107882" cy="62010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/>
              <a:t>+</a:t>
            </a:r>
            <a:endParaRPr lang="en-US" sz="4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AC71C7-1E5D-99FB-F799-B47F1F01B5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353" y="4063356"/>
            <a:ext cx="1819523" cy="1819523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6C6B090D-B916-2343-642D-D2383FB5CD7D}"/>
              </a:ext>
            </a:extLst>
          </p:cNvPr>
          <p:cNvSpPr txBox="1">
            <a:spLocks/>
          </p:cNvSpPr>
          <p:nvPr/>
        </p:nvSpPr>
        <p:spPr>
          <a:xfrm>
            <a:off x="7377817" y="4663066"/>
            <a:ext cx="1107882" cy="62010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dirty="0"/>
              <a:t>=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040F931E-E8AD-B743-F0AA-A096C0D1F842}"/>
              </a:ext>
            </a:extLst>
          </p:cNvPr>
          <p:cNvSpPr txBox="1">
            <a:spLocks/>
          </p:cNvSpPr>
          <p:nvPr/>
        </p:nvSpPr>
        <p:spPr>
          <a:xfrm>
            <a:off x="1576014" y="6237895"/>
            <a:ext cx="9039971" cy="62010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dirty="0"/>
              <a:t>________________________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8846B2-807C-360F-B58F-B3BAB033B9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6135" y="4222545"/>
            <a:ext cx="1501143" cy="150114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360BA39-44FC-8251-E81B-90194D0EF0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336" y="4078712"/>
            <a:ext cx="1819523" cy="1819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4A19156-03FF-0F3A-363F-C0E68529E2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380" r="31549"/>
          <a:stretch>
            <a:fillRect/>
          </a:stretch>
        </p:blipFill>
        <p:spPr>
          <a:xfrm>
            <a:off x="8381336" y="4988473"/>
            <a:ext cx="1050865" cy="961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3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5409C1-F250-3775-333E-F7A8CBD9E5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873830">
            <a:off x="2894938" y="1959766"/>
            <a:ext cx="1915602" cy="19156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AED748-CF1C-3AA6-9518-E19DFF8556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533028">
            <a:off x="1525522" y="885006"/>
            <a:ext cx="2007080" cy="2007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F74A91-FA90-5590-87AB-4E1185D787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230541">
            <a:off x="8142478" y="920839"/>
            <a:ext cx="1367367" cy="136736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83A58D-746E-24CD-DECB-9414D54065E1}"/>
              </a:ext>
            </a:extLst>
          </p:cNvPr>
          <p:cNvCxnSpPr/>
          <p:nvPr/>
        </p:nvCxnSpPr>
        <p:spPr>
          <a:xfrm flipV="1">
            <a:off x="8644713" y="1346095"/>
            <a:ext cx="1574358" cy="16936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8C4EC2B1-3CF9-E032-E586-192334E0CA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804" y="2228690"/>
            <a:ext cx="3902392" cy="39143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549A1F-A0A6-75AF-ABFD-B9212C9C8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9521">
            <a:off x="5062040" y="3210546"/>
            <a:ext cx="2067917" cy="2067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577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6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 Welsh</dc:creator>
  <cp:lastModifiedBy>Jack Welsh</cp:lastModifiedBy>
  <cp:revision>3</cp:revision>
  <dcterms:created xsi:type="dcterms:W3CDTF">2026-08-11T18:38:29Z</dcterms:created>
  <dcterms:modified xsi:type="dcterms:W3CDTF">2026-08-30T20:59:32Z</dcterms:modified>
</cp:coreProperties>
</file>